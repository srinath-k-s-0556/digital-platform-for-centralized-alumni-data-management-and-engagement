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69" r:id="rId4"/>
    <p:sldId id="271" r:id="rId5"/>
    <p:sldId id="274" r:id="rId6"/>
    <p:sldId id="275" r:id="rId7"/>
    <p:sldId id="273" r:id="rId8"/>
    <p:sldId id="277" r:id="rId9"/>
    <p:sldId id="270" r:id="rId10"/>
    <p:sldId id="276" r:id="rId11"/>
    <p:sldId id="278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0282B0-D79C-4DB5-A94B-50849A97DCD6}" v="17" dt="2025-08-12T11:57:31.645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489" autoAdjust="0"/>
  </p:normalViewPr>
  <p:slideViewPr>
    <p:cSldViewPr snapToGrid="0">
      <p:cViewPr varScale="1">
        <p:scale>
          <a:sx n="62" d="100"/>
          <a:sy n="62" d="100"/>
        </p:scale>
        <p:origin x="1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1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aghava-lerx/alumni-enterprise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22" y="749334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800" dirty="0" smtClean="0"/>
              <a:t>SIH25017_ Digital Platform for Centralized Alumni Data Management and Engagement</a:t>
            </a:r>
            <a:endParaRPr sz="1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636659" y="1435410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</a:t>
            </a:r>
            <a:r>
              <a:rPr lang="en-IN" sz="1600" dirty="0" smtClean="0"/>
              <a:t>CSE_201</a:t>
            </a:r>
            <a:endParaRPr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171356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sng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</a:t>
            </a:r>
            <a:r>
              <a:rPr lang="en-GB" sz="1800" b="1" i="0" u="sng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the Supervision of</a:t>
            </a:r>
            <a:r>
              <a:rPr lang="en-GB" sz="1800" b="1" u="sng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GB" sz="1800" b="1" u="sng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                                                                                                                          </a:t>
            </a:r>
            <a:endParaRPr sz="2000" b="1" i="0" u="sng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600" b="1" dirty="0" smtClean="0">
                <a:solidFill>
                  <a:schemeClr val="accent1">
                    <a:lumMod val="75000"/>
                  </a:schemeClr>
                </a:solidFill>
              </a:rPr>
              <a:t>Ms </a:t>
            </a: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. </a:t>
            </a:r>
            <a:r>
              <a:rPr lang="en-IN" sz="1600" b="1" dirty="0" err="1" smtClean="0">
                <a:solidFill>
                  <a:schemeClr val="accent1">
                    <a:lumMod val="75000"/>
                  </a:schemeClr>
                </a:solidFill>
              </a:rPr>
              <a:t>Rajitha</a:t>
            </a:r>
            <a:r>
              <a:rPr lang="en-IN" sz="1600" b="1" dirty="0" smtClean="0">
                <a:solidFill>
                  <a:schemeClr val="accent1">
                    <a:lumMod val="75000"/>
                  </a:schemeClr>
                </a:solidFill>
              </a:rPr>
              <a:t> Reddy</a:t>
            </a:r>
            <a:endParaRPr lang="en-I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866242684"/>
              </p:ext>
            </p:extLst>
          </p:nvPr>
        </p:nvGraphicFramePr>
        <p:xfrm>
          <a:off x="251526" y="2171356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641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20221CSE0412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SIDDHARDHA VARMA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20221CSE0556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SRINATH K S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20221CSE0402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RITEESH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Final Year Project - 2026</a:t>
            </a:r>
            <a:endParaRPr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</a:t>
            </a:r>
            <a:r>
              <a:rPr lang="kn-IN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3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 . TECH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 Mohamed HB</a:t>
            </a:r>
            <a:endParaRPr lang="en-US" sz="18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 err="1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Dr.Jayavadivel</a:t>
            </a:r>
            <a:r>
              <a:rPr lang="en-US" sz="1800" b="1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</a:t>
            </a:r>
            <a:endParaRPr lang="en-US" sz="18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077687"/>
            <a:ext cx="10668000" cy="4887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</a:t>
            </a:r>
            <a:r>
              <a:rPr lang="en-US" sz="4200" dirty="0" smtClean="0">
                <a:latin typeface="Cambria" panose="02040503050406030204" pitchFamily="18" charset="0"/>
                <a:ea typeface="Cambria" panose="02040503050406030204" pitchFamily="18" charset="0"/>
              </a:rPr>
              <a:t>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200" dirty="0" smtClean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200" dirty="0" smtClean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200" dirty="0" smtClean="0">
                <a:latin typeface="Cambria" panose="02040503050406030204" pitchFamily="18" charset="0"/>
                <a:ea typeface="Cambria" panose="02040503050406030204" pitchFamily="18" charset="0"/>
              </a:rPr>
              <a:t>Timeline </a:t>
            </a: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200" dirty="0" smtClean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US" sz="4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lvl="0" indent="0">
              <a:lnSpc>
                <a:spcPct val="150000"/>
              </a:lnSpc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Educational institutions across the country face significant challenges in maintaining, managing, and utilizing alumni information in a structured and centralized manner. Alumni data is often scattered across spreadsheets, physical records, social media platforms, or outdated databases, making it difficult for institutions to keep information updated and reliable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.</a:t>
            </a:r>
          </a:p>
          <a:p>
            <a:pPr marL="76200" lvl="0" indent="0">
              <a:lnSpc>
                <a:spcPct val="150000"/>
              </a:lnSpc>
              <a:buNone/>
            </a:pPr>
            <a:endParaRPr lang="en-US" sz="1800" dirty="0" smtClean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76200" indent="0">
              <a:lnSpc>
                <a:spcPct val="150000"/>
              </a:lnSpc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proposed solution is to develop a web-based digital platform that enables centralized alumni data management and engagement. The platform will act as a single point of access for alumni, students, and institutional administrators, ensuring efficient data handling, seamless communication, and long-term relationship building.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731044" y="806727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 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5756" y="1604736"/>
            <a:ext cx="1145857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n-IN" altLang="k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1.To develop a centralized and secure alumni data management system</a:t>
            </a: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create a unified digital repository for storing, updating, and managing alumni academic and professional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n-IN" altLang="k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2.To enable structured alumni–student interaction and mentorship</a:t>
            </a: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a digital platform where students can connect with alumni for mentorship, career guidance, and professional networking.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n-IN" altLang="k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3.To support job referrals and institutional engagement activities</a:t>
            </a: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allow alumni to post job opportunities, manage event participation, and contribute to institutional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n-IN" altLang="k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4.To provide administrators with monitoring and analytics tools</a:t>
            </a: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help institutions analyze alumni trends, engagement levels, placement statistics, and system usage patterns.</a:t>
            </a: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75B11-2E6C-AD9D-ABBF-140CAC1FA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427038"/>
            <a:ext cx="10668000" cy="487500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782" y="1194165"/>
            <a:ext cx="1082501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Alumni are valuable contributors to institutional growth and student development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institutions lack a centralized alumni management system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Alumni data is stored in scattered formats like spreadsheets and manual records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methods lead to outdated, inconsistent, and duplicate data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have limited access to alumni for career guidance and mentoring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 media platforms are not institution-controlled or data-verified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growing need for a secure, centralized digital alumni platform</a:t>
            </a:r>
            <a:endParaRPr kumimoji="0" lang="kn-IN" altLang="kn-IN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n-IN" altLang="kn-I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221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9BE38-EC80-39D4-BBC5-BCAEDC989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114" y="372609"/>
            <a:ext cx="10668000" cy="487500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 : Methodology</a:t>
            </a:r>
            <a:endParaRPr lang="en-I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080345"/>
            <a:ext cx="5381601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existing alumni management problems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system requirements and user roles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system architecture and database schema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user-friendly web interface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secure user authentication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centralized alumni data storage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role-based access control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student–alumni interaction features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admin monitoring and control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reporting and analytics module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unit and integration testing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system and ensure maintenance</a:t>
            </a:r>
          </a:p>
        </p:txBody>
      </p:sp>
    </p:spTree>
    <p:extLst>
      <p:ext uri="{BB962C8B-B14F-4D97-AF65-F5344CB8AC3E}">
        <p14:creationId xmlns:p14="http://schemas.microsoft.com/office/powerpoint/2010/main" val="2016857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1478" y="902748"/>
            <a:ext cx="11031350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Institution-Controlled Alumni Repository</a:t>
            </a: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single, secure platform maintained by the institution to store and manage verified alumni academic and professional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Verified Alumni Registration System</a:t>
            </a: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Alumni profiles are verified by administrators to ensure authenticity and prevent fake or duplicate accounts.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 Control System</a:t>
            </a: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system roles (Admin, Alumni, Student) ensure controlled access, data privacy, and secure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Alumni–Student Mentorship Module</a:t>
            </a: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can request mentorship from alumni, and alumni can approve or reject mentorship requests through the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 and Internship Referral Portal</a:t>
            </a: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Alumni can post job opportunities and internships, and students can apply directly through the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and Announcement Management System</a:t>
            </a: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Institutions can organize alumni events, reunions, webinars, and broadcast announcements using a single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Analytics and Reporting Dashboard</a:t>
            </a: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Administrators can visualize alumni engagement, placement trends, domain distribution, and participation metrics.</a:t>
            </a: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PROJECT IMPLEMENTATAION(Source code):</a:t>
            </a:r>
            <a:endParaRPr lang="k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27" y="1143000"/>
            <a:ext cx="9499424" cy="5333864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6339" y="1143000"/>
            <a:ext cx="10668000" cy="4953000"/>
          </a:xfrm>
        </p:spPr>
        <p:txBody>
          <a:bodyPr/>
          <a:lstStyle/>
          <a:p>
            <a:pPr marL="76200" indent="0">
              <a:buNone/>
            </a:pPr>
            <a:endParaRPr lang="kn-IN" dirty="0"/>
          </a:p>
        </p:txBody>
      </p:sp>
    </p:spTree>
    <p:extLst>
      <p:ext uri="{BB962C8B-B14F-4D97-AF65-F5344CB8AC3E}">
        <p14:creationId xmlns:p14="http://schemas.microsoft.com/office/powerpoint/2010/main" val="1833213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475343" y="1524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● </a:t>
            </a:r>
            <a:r>
              <a:rPr lang="en-US" dirty="0" smtClean="0">
                <a:latin typeface="Verdana" panose="020B0604030504040204" pitchFamily="34" charset="0"/>
                <a:ea typeface="Verdana" panose="020B0604030504040204" pitchFamily="34" charset="0"/>
              </a:rPr>
              <a:t>Jan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13  </a:t>
            </a:r>
            <a:r>
              <a:rPr lang="en-US" dirty="0" smtClean="0">
                <a:latin typeface="Verdana" panose="020B0604030504040204" pitchFamily="34" charset="0"/>
                <a:ea typeface="Verdana" panose="020B0604030504040204" pitchFamily="34" charset="0"/>
              </a:rPr>
              <a:t>2026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(Review-1): Project planning, finalization of objectives, and comprehensive literature review. 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dirty="0" smtClean="0">
                <a:latin typeface="Verdana" panose="020B0604030504040204" pitchFamily="34" charset="0"/>
                <a:ea typeface="Verdana" panose="020B0604030504040204" pitchFamily="34" charset="0"/>
              </a:rPr>
              <a:t>● Feb 3-27 2026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(Review-2 &amp; 3): Dataset collection, ML model development, and integration into the web application. 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● </a:t>
            </a:r>
            <a:r>
              <a:rPr lang="en-US" dirty="0" smtClean="0">
                <a:latin typeface="Verdana" panose="020B0604030504040204" pitchFamily="34" charset="0"/>
                <a:ea typeface="Verdana" panose="020B0604030504040204" pitchFamily="34" charset="0"/>
              </a:rPr>
              <a:t>March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28 </a:t>
            </a:r>
            <a:r>
              <a:rPr lang="en-US" dirty="0" smtClean="0">
                <a:latin typeface="Verdana" panose="020B0604030504040204" pitchFamily="34" charset="0"/>
                <a:ea typeface="Verdana" panose="020B0604030504040204" pitchFamily="34" charset="0"/>
              </a:rPr>
              <a:t>2026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(Review-4): AI voice assistant integration, rigorous testing, and refinement based on feedback. 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● </a:t>
            </a:r>
            <a:r>
              <a:rPr lang="en-US" dirty="0" smtClean="0">
                <a:latin typeface="Verdana" panose="020B0604030504040204" pitchFamily="34" charset="0"/>
                <a:ea typeface="Verdana" panose="020B0604030504040204" pitchFamily="34" charset="0"/>
              </a:rPr>
              <a:t>April 2026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(Final Viva): Final deployment of the platform, documentation, and final demonstration. 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References:</a:t>
            </a:r>
            <a:endParaRPr lang="kn-IN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7350" y="811354"/>
            <a:ext cx="11093450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“Enhancing Mentoring Between Alumni and Students via Smart Alumni System” — H. Chi et al. (conference paper / Elsevier Procedia / 2012)</a:t>
            </a: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Summary: proposes adding social-network features and data-mining ideas to support mentoring; proof-of-concept prototype.</a:t>
            </a:r>
            <a:b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weaker: conceptual + prototype for mentoring only; no full production system, no verified onboarding, no integrated job/referral portal, no real-time comms, no enterprise analytics.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“Design and Implementation of a Web-Based Alumni Management System” (multiple institutional B.Sc./project reports / 2019–2025)</a:t>
            </a: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several case studies (Edo State Polytechnic; various university projects on ResearchGate / IRJET / IJESAT)</a:t>
            </a:r>
            <a:b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Summary: typical features: alumni profile CRUD, directory, events, simple admin pages; implemented with PHP/MySQL or MERN in some.</a:t>
            </a:r>
            <a:b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weaker: most are standard CRUD portals and lack cross-module integration (no verified admin workflow, no real-time messaging, limited analytics or graph visualization). Examples: ResearchGate / IRJET listings.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“Alumni Portal System for Nigerian Universities — Case Study” (project / ResearchGate)</a:t>
            </a: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Summary: localised alumni portal addressing relationship maintenance; focuses on contact management and news/events.</a:t>
            </a:r>
            <a:b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weaker: scope limited to contact/info management and outreach; no job/referral system, no network graph, no optional blockchain verification.</a:t>
            </a:r>
          </a:p>
        </p:txBody>
      </p:sp>
    </p:spTree>
    <p:extLst>
      <p:ext uri="{BB962C8B-B14F-4D97-AF65-F5344CB8AC3E}">
        <p14:creationId xmlns:p14="http://schemas.microsoft.com/office/powerpoint/2010/main" val="3614274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GITHUB LINK:</a:t>
            </a:r>
            <a:endParaRPr lang="k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https://github.com/Raghava-lerx/alumni-enterprise</a:t>
            </a:r>
            <a:endParaRPr lang="kn-IN" dirty="0"/>
          </a:p>
        </p:txBody>
      </p:sp>
    </p:spTree>
    <p:extLst>
      <p:ext uri="{BB962C8B-B14F-4D97-AF65-F5344CB8AC3E}">
        <p14:creationId xmlns:p14="http://schemas.microsoft.com/office/powerpoint/2010/main" val="4160664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</TotalTime>
  <Words>998</Words>
  <Application>Microsoft Office PowerPoint</Application>
  <PresentationFormat>Widescreen</PresentationFormat>
  <Paragraphs>80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Bookman Old Style</vt:lpstr>
      <vt:lpstr>Calibri</vt:lpstr>
      <vt:lpstr>Cambria</vt:lpstr>
      <vt:lpstr>Verdana</vt:lpstr>
      <vt:lpstr>Wingdings</vt:lpstr>
      <vt:lpstr>Bioinformatics</vt:lpstr>
      <vt:lpstr>SIH25017_ Digital Platform for Centralized Alumni Data Management and Engagement</vt:lpstr>
      <vt:lpstr>Content</vt:lpstr>
      <vt:lpstr>Problem Statement : </vt:lpstr>
      <vt:lpstr>OBJECTIVES : </vt:lpstr>
      <vt:lpstr>Background and Related work for title Selection </vt:lpstr>
      <vt:lpstr>Analysis of Problem Statement : Methodology</vt:lpstr>
      <vt:lpstr>Innovation </vt:lpstr>
      <vt:lpstr>PROJECT IMPLEMENTATAION(Source code):</vt:lpstr>
      <vt:lpstr>Timeline of the Project (Gantt Chart)</vt:lpstr>
      <vt:lpstr>References:</vt:lpstr>
      <vt:lpstr>GITHUB LINK: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acer</cp:lastModifiedBy>
  <cp:revision>59</cp:revision>
  <dcterms:modified xsi:type="dcterms:W3CDTF">2026-03-02T08:24:50Z</dcterms:modified>
</cp:coreProperties>
</file>