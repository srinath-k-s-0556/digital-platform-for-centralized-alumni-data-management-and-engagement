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9" r:id="rId4"/>
    <p:sldId id="271" r:id="rId5"/>
    <p:sldId id="274" r:id="rId6"/>
    <p:sldId id="275" r:id="rId7"/>
    <p:sldId id="273" r:id="rId8"/>
    <p:sldId id="270" r:id="rId9"/>
    <p:sldId id="276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282B0-D79C-4DB5-A94B-50849A97DCD6}" v="17" dt="2025-08-12T11:57:31.645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22" y="749334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800" dirty="0" smtClean="0"/>
              <a:t>SIH25017_ Digital Platform for Centralized Alumni Data Management and Engagement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636659" y="1435410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IN" sz="1600" dirty="0" smtClean="0"/>
              <a:t>CSE_201</a:t>
            </a: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171356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sng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</a:t>
            </a:r>
            <a:r>
              <a:rPr lang="en-GB" sz="1800" b="1" i="0" u="sng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the Supervision of</a:t>
            </a:r>
            <a:r>
              <a:rPr lang="en-GB" sz="1800" b="1" u="sng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GB" sz="1800" b="1" u="sng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                                                                                                                          </a:t>
            </a:r>
            <a:endParaRPr sz="2000" b="1" i="0" u="sng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Ms</a:t>
            </a: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. </a:t>
            </a:r>
            <a:r>
              <a:rPr lang="en-IN" sz="1600" b="1" dirty="0" err="1" smtClean="0">
                <a:solidFill>
                  <a:schemeClr val="accent1">
                    <a:lumMod val="75000"/>
                  </a:schemeClr>
                </a:solidFill>
              </a:rPr>
              <a:t>Rajitha</a:t>
            </a:r>
            <a:r>
              <a:rPr lang="en-IN" sz="1600" b="1" dirty="0" smtClean="0">
                <a:solidFill>
                  <a:schemeClr val="accent1">
                    <a:lumMod val="75000"/>
                  </a:schemeClr>
                </a:solidFill>
              </a:rPr>
              <a:t> Reddy</a:t>
            </a:r>
            <a:endParaRPr lang="en-I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66242684"/>
              </p:ext>
            </p:extLst>
          </p:nvPr>
        </p:nvGraphicFramePr>
        <p:xfrm>
          <a:off x="251526" y="2171356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641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20221CSE0412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SIDDHARDHA VARMA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20221CSE0556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SRINATH K S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20221CSE0402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RITEESH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Final Year Project - 2026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. TECH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 Mohamed HB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 err="1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Dr.Jayavadivel</a:t>
            </a:r>
            <a:r>
              <a:rPr lang="en-US" sz="1800" b="1" dirty="0" smtClean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</a:t>
            </a:r>
            <a:endParaRPr lang="en-US" sz="18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77687"/>
            <a:ext cx="10668000" cy="4887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</a:t>
            </a: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Selection</a:t>
            </a:r>
            <a:endParaRPr lang="en-US" sz="4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  <a:endParaRPr lang="en-US" sz="42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or Novel </a:t>
            </a: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Contributions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</a:t>
            </a:r>
            <a:r>
              <a:rPr lang="en-US" sz="4200" dirty="0">
                <a:latin typeface="Cambria" panose="02040503050406030204" pitchFamily="18" charset="0"/>
                <a:ea typeface="Cambria" panose="02040503050406030204" pitchFamily="18" charset="0"/>
              </a:rPr>
              <a:t>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4200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4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Educational institutions across the country face significant challenges in maintaining, managing, and utilizing alumni information in a structured and centralized manner. 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Alumni data is often scattered across spreadsheets, physical records, social media platforms, or outdated databases, making it difficult for institutions to keep information updated and reliable</a:t>
            </a:r>
            <a:r>
              <a:rPr lang="en-US" sz="1800" dirty="0" smtClean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76200" lvl="0" indent="0">
              <a:lnSpc>
                <a:spcPct val="150000"/>
              </a:lnSpc>
              <a:buNone/>
            </a:pPr>
            <a:endParaRPr lang="en-US" sz="1800" dirty="0" smtClean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proposed solution is to develop a web-based digital platform that enables centralized alumni data management and engagement. The platform will act as a single point of access for alumni, students, and institutional administrators, ensuring efficient data handling, seamless communication, and long-term relationship building.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731044" y="806727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 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Placeholder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806727"/>
            <a:ext cx="1144428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Alumni Data Management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unified and structured repository for storing, updating, and managing alumni academic and professional information in a centralized database.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User Authentication and Role Management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secure login and role-based access control for alumni, students, and administrators to ensure data privacy and system integrity.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Alumni–Student Engagement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facilitate interaction between alumni and students for mentorship, career guidance, internships, and professional networking.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Administrative Monitoring and Control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administrators with tools to manage user accounts, verify alumni profiles, and monitor platform activities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5B11-2E6C-AD9D-ABBF-140CAC1F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427038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782" y="1194165"/>
            <a:ext cx="108250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are valuable contributors to institutional growth and student development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institutions lack a centralized alumni management system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data is stored in scattered formats like spreadsheets and manual records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methods lead to outdated, inconsistent, and duplicate data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have limited access to alumni for career guidance and mentoring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media platforms are not institution-controlled or data-verified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growing need for a secure, centralized digital alumni platform</a:t>
            </a:r>
            <a:endParaRPr kumimoji="0" lang="kn-IN" altLang="kn-IN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n-IN" altLang="k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1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9BE38-EC80-39D4-BBC5-BCAEDC989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114" y="372609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: Methodology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80345"/>
            <a:ext cx="5381601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existing alumni management problems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system requirements and user roles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system architecture and database schema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user-friendly web interface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secure 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centralized alumni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student–alumni interaction features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admin monitoring and control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reporting and analytics module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unit and integration testing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system and ensure maintenance</a:t>
            </a:r>
          </a:p>
        </p:txBody>
      </p:sp>
    </p:spTree>
    <p:extLst>
      <p:ext uri="{BB962C8B-B14F-4D97-AF65-F5344CB8AC3E}">
        <p14:creationId xmlns:p14="http://schemas.microsoft.com/office/powerpoint/2010/main" val="201685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080343"/>
            <a:ext cx="737894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Centralized, institution-controlled alumni data platform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alumni registration to ensure data authenticity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for alumni, students, and administrators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Structured alumni profiles focused on academic relevance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Student–alumni mentorship request and approval system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alumni search based on batch, department, and industry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engagement features beyond basic data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analytics for institutional decision-making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and announcement management in a single platform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475343" y="1524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Jan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13 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(Review-1): Project planning, finalization of objectives, and comprehensive literature review.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● Feb 3-27 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(Review-2 &amp; 3): Dataset collection, ML model development, and integration into the web application.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March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28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(Review-4): AI voice assistant integration, rigorous testing, and refinement based on feedback. 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●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April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 2026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(Final Viva): Final deployment of the platform, documentation, and final demonstration. </a:t>
            </a:r>
            <a:endParaRPr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References:</a:t>
            </a:r>
            <a:endParaRPr lang="k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92727" y="937197"/>
            <a:ext cx="1056582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K. Laudon and J. Laudon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kumimoji="0" lang="kn-IN" altLang="kn-IN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Management Information Systems: Managing the Digital Firm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Pearson Education, which explains the role of centralized information systems in managing institutional data efficiently.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Ian Sommerville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kumimoji="0" lang="kn-IN" altLang="kn-IN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Software Engineering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Pearson Education, providing methodologies for requirement analysis, system design, and web-based application development.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kn-IN" altLang="kn-I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IEEE Research Papers</a:t>
            </a:r>
            <a:r>
              <a:rPr kumimoji="0" lang="kn-IN" altLang="kn-I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“Design and Implementation of Web-Based Alumni Management Systems,” IEEE Xplore Digital Library, focusing on database-driven alumni platforms and role-based user access.</a:t>
            </a:r>
            <a:endParaRPr lang="kn-IN" altLang="kn-IN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ACM Digital Library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research articles on educational data management systems, discussing scalability, user interaction, and secure data handling in academic platforms.</a:t>
            </a:r>
            <a:endParaRPr kumimoji="0" lang="kn-IN" altLang="kn-I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7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755</Words>
  <Application>Microsoft Office PowerPoint</Application>
  <PresentationFormat>Widescreen</PresentationFormat>
  <Paragraphs>80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Calibri</vt:lpstr>
      <vt:lpstr>Cambria</vt:lpstr>
      <vt:lpstr>Verdana</vt:lpstr>
      <vt:lpstr>Wingdings</vt:lpstr>
      <vt:lpstr>Bioinformatics</vt:lpstr>
      <vt:lpstr>SIH25017_ Digital Platform for Centralized Alumni Data Management and Engagement</vt:lpstr>
      <vt:lpstr>Content</vt:lpstr>
      <vt:lpstr>Problem Statement : </vt:lpstr>
      <vt:lpstr>OBJECTIVES : </vt:lpstr>
      <vt:lpstr>Background and Related work for title Selection </vt:lpstr>
      <vt:lpstr>Analysis of Problem Statement : Methodology</vt:lpstr>
      <vt:lpstr>Innovation </vt:lpstr>
      <vt:lpstr>Timeline of the Project (Gantt Chart)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acer</cp:lastModifiedBy>
  <cp:revision>53</cp:revision>
  <dcterms:modified xsi:type="dcterms:W3CDTF">2026-01-12T16:26:35Z</dcterms:modified>
</cp:coreProperties>
</file>